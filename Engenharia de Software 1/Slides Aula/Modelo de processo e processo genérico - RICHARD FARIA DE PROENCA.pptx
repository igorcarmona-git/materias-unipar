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ário do Windows" initials="UdW" lastIdx="1" clrIdx="0">
    <p:extLst>
      <p:ext uri="{19B8F6BF-5375-455C-9EA6-DF929625EA0E}">
        <p15:presenceInfo xmlns:p15="http://schemas.microsoft.com/office/powerpoint/2012/main" userId="Usuário do Window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8-10T20:41:44.617" idx="1">
    <p:pos x="10" y="10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816771" y="1954924"/>
            <a:ext cx="6400801" cy="15870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/>
              <a:t>Modelo de processo e processo genérico</a:t>
            </a:r>
            <a:endParaRPr lang="pt-BR" dirty="0"/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>
          <a:xfrm>
            <a:off x="8303172" y="4435367"/>
            <a:ext cx="3794235" cy="2259724"/>
          </a:xfrm>
        </p:spPr>
        <p:txBody>
          <a:bodyPr>
            <a:noAutofit/>
          </a:bodyPr>
          <a:lstStyle/>
          <a:p>
            <a:r>
              <a:rPr lang="pt-BR" sz="1400" kern="900" spc="-100" dirty="0">
                <a:latin typeface="Arial" panose="020B0604020202020204" pitchFamily="34" charset="0"/>
                <a:cs typeface="Arial" panose="020B0604020202020204" pitchFamily="34" charset="0"/>
              </a:rPr>
              <a:t>Diego de Santana Lacerda </a:t>
            </a:r>
            <a:endParaRPr lang="pt-BR" sz="1400" kern="900" spc="-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400" kern="900" spc="-100" dirty="0" smtClean="0">
                <a:latin typeface="Arial" panose="020B0604020202020204" pitchFamily="34" charset="0"/>
                <a:cs typeface="Arial" panose="020B0604020202020204" pitchFamily="34" charset="0"/>
              </a:rPr>
              <a:t>Francieli </a:t>
            </a:r>
            <a:r>
              <a:rPr lang="pt-BR" sz="1400" kern="900" spc="-100" dirty="0">
                <a:latin typeface="Arial" panose="020B0604020202020204" pitchFamily="34" charset="0"/>
                <a:cs typeface="Arial" panose="020B0604020202020204" pitchFamily="34" charset="0"/>
              </a:rPr>
              <a:t>Marri </a:t>
            </a:r>
            <a:r>
              <a:rPr lang="pt-BR" sz="1400" kern="900" spc="-100" dirty="0" smtClean="0">
                <a:latin typeface="Arial" panose="020B0604020202020204" pitchFamily="34" charset="0"/>
                <a:cs typeface="Arial" panose="020B0604020202020204" pitchFamily="34" charset="0"/>
              </a:rPr>
              <a:t>Lopes</a:t>
            </a:r>
          </a:p>
          <a:p>
            <a:r>
              <a:rPr lang="pt-BR" sz="1400" kern="900" spc="-1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kern="900" spc="-100" dirty="0">
                <a:latin typeface="Arial" panose="020B0604020202020204" pitchFamily="34" charset="0"/>
                <a:cs typeface="Arial" panose="020B0604020202020204" pitchFamily="34" charset="0"/>
              </a:rPr>
              <a:t>Gustavo Amaro de Lima </a:t>
            </a:r>
            <a:endParaRPr lang="pt-BR" sz="1400" kern="900" spc="-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400" kern="900" spc="-100" dirty="0" smtClean="0">
                <a:latin typeface="Arial" panose="020B0604020202020204" pitchFamily="34" charset="0"/>
                <a:cs typeface="Arial" panose="020B0604020202020204" pitchFamily="34" charset="0"/>
              </a:rPr>
              <a:t>Igor Carmona</a:t>
            </a:r>
          </a:p>
          <a:p>
            <a:r>
              <a:rPr lang="pt-BR" sz="1400" kern="900" spc="-1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kern="900" spc="-100" dirty="0">
                <a:latin typeface="Arial" panose="020B0604020202020204" pitchFamily="34" charset="0"/>
                <a:cs typeface="Arial" panose="020B0604020202020204" pitchFamily="34" charset="0"/>
              </a:rPr>
              <a:t>Leonardo Queiroz </a:t>
            </a:r>
            <a:r>
              <a:rPr lang="pt-BR" sz="1400" kern="900" spc="-100" dirty="0" smtClean="0">
                <a:latin typeface="Arial" panose="020B0604020202020204" pitchFamily="34" charset="0"/>
                <a:cs typeface="Arial" panose="020B0604020202020204" pitchFamily="34" charset="0"/>
              </a:rPr>
              <a:t>Garcia</a:t>
            </a:r>
          </a:p>
          <a:p>
            <a:r>
              <a:rPr lang="pt-BR" sz="1400" kern="900" spc="-100" dirty="0" smtClean="0">
                <a:latin typeface="Arial" panose="020B0604020202020204" pitchFamily="34" charset="0"/>
                <a:cs typeface="Arial" panose="020B0604020202020204" pitchFamily="34" charset="0"/>
              </a:rPr>
              <a:t> MarLlon </a:t>
            </a:r>
            <a:r>
              <a:rPr lang="pt-BR" sz="1400" kern="900" spc="-100" dirty="0">
                <a:latin typeface="Arial" panose="020B0604020202020204" pitchFamily="34" charset="0"/>
                <a:cs typeface="Arial" panose="020B0604020202020204" pitchFamily="34" charset="0"/>
              </a:rPr>
              <a:t>Morales </a:t>
            </a:r>
            <a:r>
              <a:rPr lang="pt-BR" sz="1400" kern="900" spc="-100" dirty="0" smtClean="0">
                <a:latin typeface="Arial" panose="020B0604020202020204" pitchFamily="34" charset="0"/>
                <a:cs typeface="Arial" panose="020B0604020202020204" pitchFamily="34" charset="0"/>
              </a:rPr>
              <a:t>Baroni</a:t>
            </a:r>
          </a:p>
          <a:p>
            <a:r>
              <a:rPr lang="pt-BR" sz="1400" kern="900" spc="-1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kern="900" spc="-100" dirty="0">
                <a:latin typeface="Arial" panose="020B0604020202020204" pitchFamily="34" charset="0"/>
                <a:cs typeface="Arial" panose="020B0604020202020204" pitchFamily="34" charset="0"/>
              </a:rPr>
              <a:t>Richard Faria de Proença</a:t>
            </a:r>
            <a:endParaRPr lang="pt-BR" sz="1400" kern="900" spc="-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02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9979" y="420415"/>
            <a:ext cx="5851633" cy="630620"/>
          </a:xfrm>
        </p:spPr>
        <p:txBody>
          <a:bodyPr>
            <a:normAutofit fontScale="9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 smtClean="0">
                <a:latin typeface="+mn-lt"/>
              </a:rPr>
              <a:t>O QUE É UM PROCESSO</a:t>
            </a:r>
            <a:endParaRPr lang="pt-BR" dirty="0">
              <a:latin typeface="+mn-lt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45900" y="1532467"/>
            <a:ext cx="10131425" cy="36491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3200" dirty="0"/>
              <a:t>O Guia PMBOK® define processo como sendo um conjunto de atividades inter-relacionadas realizadas para obter um conjunto específico de produtos, resultados ou serviços[2] (PMBOK, 2008). Segundo o IEEE[3], um processo é uma sequencia de passos executada com um determinado objetivo (IEEE, 2003).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858410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9981" y="252249"/>
            <a:ext cx="5841122" cy="756745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/>
              <a:t>Um projeto é composto por: </a:t>
            </a:r>
            <a:endParaRPr lang="pt-BR" sz="28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620" y="1408386"/>
            <a:ext cx="7556938" cy="4593021"/>
          </a:xfrm>
        </p:spPr>
      </p:pic>
    </p:spTree>
    <p:extLst>
      <p:ext uri="{BB962C8B-B14F-4D97-AF65-F5344CB8AC3E}">
        <p14:creationId xmlns:p14="http://schemas.microsoft.com/office/powerpoint/2010/main" val="317459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1786759" y="178678"/>
            <a:ext cx="8061434" cy="1292769"/>
          </a:xfrm>
        </p:spPr>
        <p:txBody>
          <a:bodyPr>
            <a:normAutofit fontScale="25000" lnSpcReduction="20000"/>
          </a:bodyPr>
          <a:lstStyle/>
          <a:p>
            <a:pPr marL="2228850" lvl="5" indent="0">
              <a:buNone/>
            </a:pPr>
            <a:r>
              <a:rPr lang="pt-BR" sz="12200" b="1" dirty="0" smtClean="0">
                <a:latin typeface="+mj-lt"/>
              </a:rPr>
              <a:t>Engenharia de software</a:t>
            </a:r>
          </a:p>
          <a:p>
            <a:pPr lvl="6">
              <a:buFont typeface="Arial" panose="020B0604020202020204" pitchFamily="34" charset="0"/>
              <a:buChar char="•"/>
            </a:pPr>
            <a:r>
              <a:rPr lang="pt-BR" sz="6600" b="1" dirty="0" smtClean="0"/>
              <a:t>Modelos de processos </a:t>
            </a:r>
          </a:p>
          <a:p>
            <a:pPr lvl="6">
              <a:buFont typeface="Arial" panose="020B0604020202020204" pitchFamily="34" charset="0"/>
              <a:buChar char="•"/>
            </a:pPr>
            <a:r>
              <a:rPr lang="pt-BR" sz="6600" b="1" dirty="0" smtClean="0"/>
              <a:t>Métodos </a:t>
            </a:r>
            <a:r>
              <a:rPr lang="pt-BR" sz="6600" b="1" dirty="0"/>
              <a:t>Á</a:t>
            </a:r>
            <a:r>
              <a:rPr lang="pt-BR" sz="6600" b="1" dirty="0" smtClean="0"/>
              <a:t>geis</a:t>
            </a:r>
            <a:r>
              <a:rPr lang="pt-BR" sz="4500" b="1" dirty="0" smtClean="0"/>
              <a:t/>
            </a:r>
            <a:br>
              <a:rPr lang="pt-BR" sz="4500" b="1" dirty="0" smtClean="0"/>
            </a:br>
            <a:endParaRPr lang="pt-BR" sz="4500" b="1" dirty="0" smtClean="0"/>
          </a:p>
          <a:p>
            <a:pPr marL="0" indent="0">
              <a:buNone/>
            </a:pP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406" y="1471447"/>
            <a:ext cx="9105900" cy="526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72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980" y="273269"/>
            <a:ext cx="4608006" cy="788276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200" dirty="0" smtClean="0">
                <a:latin typeface="+mn-lt"/>
              </a:rPr>
              <a:t>Processo Genérico:</a:t>
            </a:r>
            <a:endParaRPr lang="pt-BR" sz="3200" dirty="0">
              <a:latin typeface="+mn-lt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60" y="1061545"/>
            <a:ext cx="4121123" cy="5654565"/>
          </a:xfrm>
        </p:spPr>
      </p:pic>
      <p:sp>
        <p:nvSpPr>
          <p:cNvPr id="5" name="Retângulo 4"/>
          <p:cNvSpPr/>
          <p:nvPr/>
        </p:nvSpPr>
        <p:spPr>
          <a:xfrm>
            <a:off x="5213130" y="1702677"/>
            <a:ext cx="6737131" cy="3857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 smtClean="0"/>
              <a:t>Um </a:t>
            </a:r>
            <a:r>
              <a:rPr lang="pt-BR" sz="2800" dirty="0"/>
              <a:t>conjunto de atividades de apoio é aplicado ao longo do processo, como o acompanhamento e o controle do projeto, a administração de riscos, a garantia da qualidade, o gerenciamento das configurações, as revisões técnicas, entre outras.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33972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980" y="241738"/>
            <a:ext cx="4608006" cy="788276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200" dirty="0" smtClean="0">
                <a:latin typeface="+mn-lt"/>
              </a:rPr>
              <a:t>Processo Genérico:</a:t>
            </a:r>
            <a:endParaRPr lang="pt-BR" sz="3200" dirty="0">
              <a:latin typeface="+mn-lt"/>
            </a:endParaRPr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365" y="1030014"/>
            <a:ext cx="9501352" cy="5654565"/>
          </a:xfrm>
        </p:spPr>
      </p:pic>
    </p:spTree>
    <p:extLst>
      <p:ext uri="{BB962C8B-B14F-4D97-AF65-F5344CB8AC3E}">
        <p14:creationId xmlns:p14="http://schemas.microsoft.com/office/powerpoint/2010/main" val="20460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71</TotalTime>
  <Words>154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Celestial</vt:lpstr>
      <vt:lpstr>Modelo de processo e processo genérico</vt:lpstr>
      <vt:lpstr>O QUE É UM PROCESSO</vt:lpstr>
      <vt:lpstr>Um projeto é composto por: </vt:lpstr>
      <vt:lpstr>Apresentação do PowerPoint</vt:lpstr>
      <vt:lpstr>Processo Genérico:</vt:lpstr>
      <vt:lpstr>Processo Genérico: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processo e processo genérico</dc:title>
  <dc:creator>Usuário do Windows</dc:creator>
  <cp:lastModifiedBy>Usuário do Windows</cp:lastModifiedBy>
  <cp:revision>8</cp:revision>
  <dcterms:created xsi:type="dcterms:W3CDTF">2022-08-10T23:03:54Z</dcterms:created>
  <dcterms:modified xsi:type="dcterms:W3CDTF">2022-08-11T00:15:38Z</dcterms:modified>
</cp:coreProperties>
</file>