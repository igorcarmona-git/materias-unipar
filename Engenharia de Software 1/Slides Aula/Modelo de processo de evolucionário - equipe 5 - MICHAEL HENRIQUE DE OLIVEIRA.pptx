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1" r:id="rId6"/>
    <p:sldId id="263" r:id="rId7"/>
    <p:sldId id="262" r:id="rId8"/>
    <p:sldId id="272" r:id="rId9"/>
    <p:sldId id="268" r:id="rId10"/>
    <p:sldId id="269" r:id="rId11"/>
    <p:sldId id="270" r:id="rId12"/>
    <p:sldId id="271" r:id="rId13"/>
    <p:sldId id="266" r:id="rId14"/>
    <p:sldId id="265" r:id="rId15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F88259-6292-48A1-8B1C-203EA1A56DB8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E794F5A6-7768-4F4F-A610-D2A1607FFAE2}">
      <dgm:prSet phldrT="[Texto]"/>
      <dgm:spPr/>
      <dgm:t>
        <a:bodyPr/>
        <a:lstStyle/>
        <a:p>
          <a:r>
            <a:rPr lang="pt-BR" dirty="0" smtClean="0"/>
            <a:t>x</a:t>
          </a:r>
          <a:endParaRPr lang="pt-BR" dirty="0"/>
        </a:p>
      </dgm:t>
    </dgm:pt>
    <dgm:pt modelId="{228C3785-1F6F-4440-953F-DFA830895EA5}" type="parTrans" cxnId="{51A4FBE9-34A2-4C03-88B0-C751600A44B1}">
      <dgm:prSet/>
      <dgm:spPr/>
      <dgm:t>
        <a:bodyPr/>
        <a:lstStyle/>
        <a:p>
          <a:endParaRPr lang="pt-BR"/>
        </a:p>
      </dgm:t>
    </dgm:pt>
    <dgm:pt modelId="{F0976F20-EE85-49EC-994F-B94C7359A8E4}" type="sibTrans" cxnId="{51A4FBE9-34A2-4C03-88B0-C751600A44B1}">
      <dgm:prSet/>
      <dgm:spPr/>
      <dgm:t>
        <a:bodyPr/>
        <a:lstStyle/>
        <a:p>
          <a:endParaRPr lang="pt-BR"/>
        </a:p>
      </dgm:t>
    </dgm:pt>
    <dgm:pt modelId="{B2B75878-7639-4686-8EDC-A0695EE346E7}">
      <dgm:prSet phldrT="[Texto]"/>
      <dgm:spPr/>
      <dgm:t>
        <a:bodyPr/>
        <a:lstStyle/>
        <a:p>
          <a:r>
            <a:rPr lang="pt-BR" dirty="0" smtClean="0"/>
            <a:t>y</a:t>
          </a:r>
          <a:endParaRPr lang="pt-BR" dirty="0"/>
        </a:p>
      </dgm:t>
    </dgm:pt>
    <dgm:pt modelId="{19F6BCD8-27B5-45E1-8F21-CD64BE232AA5}" type="parTrans" cxnId="{F802744C-7766-4FC0-8076-677DE6311863}">
      <dgm:prSet/>
      <dgm:spPr/>
      <dgm:t>
        <a:bodyPr/>
        <a:lstStyle/>
        <a:p>
          <a:endParaRPr lang="pt-BR"/>
        </a:p>
      </dgm:t>
    </dgm:pt>
    <dgm:pt modelId="{ACE4710F-DC5C-4FF3-B212-27AA2646EF1E}" type="sibTrans" cxnId="{F802744C-7766-4FC0-8076-677DE6311863}">
      <dgm:prSet/>
      <dgm:spPr/>
      <dgm:t>
        <a:bodyPr/>
        <a:lstStyle/>
        <a:p>
          <a:endParaRPr lang="pt-BR"/>
        </a:p>
      </dgm:t>
    </dgm:pt>
    <dgm:pt modelId="{FA79504F-FBB8-4B53-BE82-423F449081B3}">
      <dgm:prSet phldrT="[Texto]"/>
      <dgm:spPr/>
      <dgm:t>
        <a:bodyPr/>
        <a:lstStyle/>
        <a:p>
          <a:r>
            <a:rPr lang="pt-BR" dirty="0" smtClean="0"/>
            <a:t>z</a:t>
          </a:r>
          <a:endParaRPr lang="pt-BR" dirty="0"/>
        </a:p>
      </dgm:t>
    </dgm:pt>
    <dgm:pt modelId="{FF9E8DB7-A00B-4AAB-B252-CD77BD449F0C}" type="parTrans" cxnId="{A1C7FAAC-569E-4CFC-8C7A-FEBEE2B159DB}">
      <dgm:prSet/>
      <dgm:spPr/>
      <dgm:t>
        <a:bodyPr/>
        <a:lstStyle/>
        <a:p>
          <a:endParaRPr lang="pt-BR"/>
        </a:p>
      </dgm:t>
    </dgm:pt>
    <dgm:pt modelId="{3224EFDC-7B21-4567-96E9-AAF18AF4D722}" type="sibTrans" cxnId="{A1C7FAAC-569E-4CFC-8C7A-FEBEE2B159DB}">
      <dgm:prSet/>
      <dgm:spPr/>
      <dgm:t>
        <a:bodyPr/>
        <a:lstStyle/>
        <a:p>
          <a:endParaRPr lang="pt-BR"/>
        </a:p>
      </dgm:t>
    </dgm:pt>
    <dgm:pt modelId="{A4ADE31C-4090-4B8F-8ABC-33A3002F8328}">
      <dgm:prSet phldrT="[Texto]"/>
      <dgm:spPr/>
      <dgm:t>
        <a:bodyPr/>
        <a:lstStyle/>
        <a:p>
          <a:r>
            <a:rPr lang="pt-BR" dirty="0" smtClean="0"/>
            <a:t>w</a:t>
          </a:r>
          <a:endParaRPr lang="pt-BR" dirty="0"/>
        </a:p>
      </dgm:t>
    </dgm:pt>
    <dgm:pt modelId="{DDC58717-924F-4E71-B4E6-343183D243FB}" type="parTrans" cxnId="{5718EE47-27F9-42B3-A892-1F77108F3666}">
      <dgm:prSet/>
      <dgm:spPr/>
      <dgm:t>
        <a:bodyPr/>
        <a:lstStyle/>
        <a:p>
          <a:endParaRPr lang="pt-BR"/>
        </a:p>
      </dgm:t>
    </dgm:pt>
    <dgm:pt modelId="{7E6FF08C-59B2-4B5B-9A21-FAE2D9330379}" type="sibTrans" cxnId="{5718EE47-27F9-42B3-A892-1F77108F3666}">
      <dgm:prSet/>
      <dgm:spPr/>
      <dgm:t>
        <a:bodyPr/>
        <a:lstStyle/>
        <a:p>
          <a:endParaRPr lang="pt-BR"/>
        </a:p>
      </dgm:t>
    </dgm:pt>
    <dgm:pt modelId="{E0C39A97-FBC5-4046-B5C6-F532417C3418}">
      <dgm:prSet phldrT="[Texto]"/>
      <dgm:spPr/>
      <dgm:t>
        <a:bodyPr/>
        <a:lstStyle/>
        <a:p>
          <a:r>
            <a:rPr lang="pt-BR" dirty="0" smtClean="0"/>
            <a:t>q</a:t>
          </a:r>
          <a:endParaRPr lang="pt-BR" dirty="0"/>
        </a:p>
      </dgm:t>
    </dgm:pt>
    <dgm:pt modelId="{975BAEC2-D495-4004-8EA7-E912792334E6}" type="parTrans" cxnId="{2120914A-2252-439C-80E1-5924F5C250FC}">
      <dgm:prSet/>
      <dgm:spPr/>
      <dgm:t>
        <a:bodyPr/>
        <a:lstStyle/>
        <a:p>
          <a:endParaRPr lang="pt-BR"/>
        </a:p>
      </dgm:t>
    </dgm:pt>
    <dgm:pt modelId="{DC81B88F-A375-463C-AE27-0A5E1CF5B660}" type="sibTrans" cxnId="{2120914A-2252-439C-80E1-5924F5C250FC}">
      <dgm:prSet/>
      <dgm:spPr/>
      <dgm:t>
        <a:bodyPr/>
        <a:lstStyle/>
        <a:p>
          <a:endParaRPr lang="pt-BR"/>
        </a:p>
      </dgm:t>
    </dgm:pt>
    <dgm:pt modelId="{A9E0B55C-0370-444C-A6B8-D13DCBA4DC21}" type="pres">
      <dgm:prSet presAssocID="{5EF88259-6292-48A1-8B1C-203EA1A56DB8}" presName="Name0" presStyleCnt="0">
        <dgm:presLayoutVars>
          <dgm:dir/>
          <dgm:resizeHandles val="exact"/>
        </dgm:presLayoutVars>
      </dgm:prSet>
      <dgm:spPr/>
    </dgm:pt>
    <dgm:pt modelId="{065481C0-6D0B-4AC9-9F60-DECD9DAA3F77}" type="pres">
      <dgm:prSet presAssocID="{5EF88259-6292-48A1-8B1C-203EA1A56DB8}" presName="cycle" presStyleCnt="0"/>
      <dgm:spPr/>
    </dgm:pt>
    <dgm:pt modelId="{F8A6FFD0-B680-45BD-8CD0-3B5C2C1BD0CC}" type="pres">
      <dgm:prSet presAssocID="{E794F5A6-7768-4F4F-A610-D2A1607FFAE2}" presName="nodeFirstNode" presStyleLbl="node1" presStyleIdx="0" presStyleCnt="5" custRadScaleRad="107447" custRadScaleInc="0">
        <dgm:presLayoutVars>
          <dgm:bulletEnabled val="1"/>
        </dgm:presLayoutVars>
      </dgm:prSet>
      <dgm:spPr/>
    </dgm:pt>
    <dgm:pt modelId="{6671C57E-7EB8-478A-BF49-57972445B855}" type="pres">
      <dgm:prSet presAssocID="{F0976F20-EE85-49EC-994F-B94C7359A8E4}" presName="sibTransFirstNode" presStyleLbl="bgShp" presStyleIdx="0" presStyleCnt="1"/>
      <dgm:spPr/>
    </dgm:pt>
    <dgm:pt modelId="{268FF031-C66C-4F49-869F-7F980AA3D76A}" type="pres">
      <dgm:prSet presAssocID="{B2B75878-7639-4686-8EDC-A0695EE346E7}" presName="nodeFollowingNodes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12FAD90-2A04-4A5A-A7C5-E331600988B3}" type="pres">
      <dgm:prSet presAssocID="{FA79504F-FBB8-4B53-BE82-423F449081B3}" presName="nodeFollowingNodes" presStyleLbl="node1" presStyleIdx="2" presStyleCnt="5">
        <dgm:presLayoutVars>
          <dgm:bulletEnabled val="1"/>
        </dgm:presLayoutVars>
      </dgm:prSet>
      <dgm:spPr/>
    </dgm:pt>
    <dgm:pt modelId="{C6A7E234-0DE6-4B81-B907-599AA7D99F2A}" type="pres">
      <dgm:prSet presAssocID="{A4ADE31C-4090-4B8F-8ABC-33A3002F8328}" presName="nodeFollowingNodes" presStyleLbl="node1" presStyleIdx="3" presStyleCnt="5">
        <dgm:presLayoutVars>
          <dgm:bulletEnabled val="1"/>
        </dgm:presLayoutVars>
      </dgm:prSet>
      <dgm:spPr/>
    </dgm:pt>
    <dgm:pt modelId="{F6BBAE96-EAFB-4900-AB6A-B8BD0A007586}" type="pres">
      <dgm:prSet presAssocID="{E0C39A97-FBC5-4046-B5C6-F532417C3418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51A4FBE9-34A2-4C03-88B0-C751600A44B1}" srcId="{5EF88259-6292-48A1-8B1C-203EA1A56DB8}" destId="{E794F5A6-7768-4F4F-A610-D2A1607FFAE2}" srcOrd="0" destOrd="0" parTransId="{228C3785-1F6F-4440-953F-DFA830895EA5}" sibTransId="{F0976F20-EE85-49EC-994F-B94C7359A8E4}"/>
    <dgm:cxn modelId="{5718EE47-27F9-42B3-A892-1F77108F3666}" srcId="{5EF88259-6292-48A1-8B1C-203EA1A56DB8}" destId="{A4ADE31C-4090-4B8F-8ABC-33A3002F8328}" srcOrd="3" destOrd="0" parTransId="{DDC58717-924F-4E71-B4E6-343183D243FB}" sibTransId="{7E6FF08C-59B2-4B5B-9A21-FAE2D9330379}"/>
    <dgm:cxn modelId="{177A1DB1-4A0A-46F8-85BB-6B0E46F07769}" type="presOf" srcId="{F0976F20-EE85-49EC-994F-B94C7359A8E4}" destId="{6671C57E-7EB8-478A-BF49-57972445B855}" srcOrd="0" destOrd="0" presId="urn:microsoft.com/office/officeart/2005/8/layout/cycle3"/>
    <dgm:cxn modelId="{F5998E18-BDB3-428E-BCD3-F0DE7B2B0566}" type="presOf" srcId="{E794F5A6-7768-4F4F-A610-D2A1607FFAE2}" destId="{F8A6FFD0-B680-45BD-8CD0-3B5C2C1BD0CC}" srcOrd="0" destOrd="0" presId="urn:microsoft.com/office/officeart/2005/8/layout/cycle3"/>
    <dgm:cxn modelId="{F802744C-7766-4FC0-8076-677DE6311863}" srcId="{5EF88259-6292-48A1-8B1C-203EA1A56DB8}" destId="{B2B75878-7639-4686-8EDC-A0695EE346E7}" srcOrd="1" destOrd="0" parTransId="{19F6BCD8-27B5-45E1-8F21-CD64BE232AA5}" sibTransId="{ACE4710F-DC5C-4FF3-B212-27AA2646EF1E}"/>
    <dgm:cxn modelId="{A1C7FAAC-569E-4CFC-8C7A-FEBEE2B159DB}" srcId="{5EF88259-6292-48A1-8B1C-203EA1A56DB8}" destId="{FA79504F-FBB8-4B53-BE82-423F449081B3}" srcOrd="2" destOrd="0" parTransId="{FF9E8DB7-A00B-4AAB-B252-CD77BD449F0C}" sibTransId="{3224EFDC-7B21-4567-96E9-AAF18AF4D722}"/>
    <dgm:cxn modelId="{808EF3FD-2C0F-4477-ADB8-7D981A31B281}" type="presOf" srcId="{E0C39A97-FBC5-4046-B5C6-F532417C3418}" destId="{F6BBAE96-EAFB-4900-AB6A-B8BD0A007586}" srcOrd="0" destOrd="0" presId="urn:microsoft.com/office/officeart/2005/8/layout/cycle3"/>
    <dgm:cxn modelId="{7E311D63-401D-478C-BD39-83BB964BB1CB}" type="presOf" srcId="{A4ADE31C-4090-4B8F-8ABC-33A3002F8328}" destId="{C6A7E234-0DE6-4B81-B907-599AA7D99F2A}" srcOrd="0" destOrd="0" presId="urn:microsoft.com/office/officeart/2005/8/layout/cycle3"/>
    <dgm:cxn modelId="{8F56F53D-D9CC-44A7-82A0-B144BD8CFCB7}" type="presOf" srcId="{B2B75878-7639-4686-8EDC-A0695EE346E7}" destId="{268FF031-C66C-4F49-869F-7F980AA3D76A}" srcOrd="0" destOrd="0" presId="urn:microsoft.com/office/officeart/2005/8/layout/cycle3"/>
    <dgm:cxn modelId="{10F1B09A-DDC6-43BF-91DF-BE9C36FABE3B}" type="presOf" srcId="{FA79504F-FBB8-4B53-BE82-423F449081B3}" destId="{812FAD90-2A04-4A5A-A7C5-E331600988B3}" srcOrd="0" destOrd="0" presId="urn:microsoft.com/office/officeart/2005/8/layout/cycle3"/>
    <dgm:cxn modelId="{2120914A-2252-439C-80E1-5924F5C250FC}" srcId="{5EF88259-6292-48A1-8B1C-203EA1A56DB8}" destId="{E0C39A97-FBC5-4046-B5C6-F532417C3418}" srcOrd="4" destOrd="0" parTransId="{975BAEC2-D495-4004-8EA7-E912792334E6}" sibTransId="{DC81B88F-A375-463C-AE27-0A5E1CF5B660}"/>
    <dgm:cxn modelId="{3BA34ABC-59C1-47FE-8369-BF1E1081DF2C}" type="presOf" srcId="{5EF88259-6292-48A1-8B1C-203EA1A56DB8}" destId="{A9E0B55C-0370-444C-A6B8-D13DCBA4DC21}" srcOrd="0" destOrd="0" presId="urn:microsoft.com/office/officeart/2005/8/layout/cycle3"/>
    <dgm:cxn modelId="{1C506D89-64F6-48E0-9EBE-38CDB15F0EB9}" type="presParOf" srcId="{A9E0B55C-0370-444C-A6B8-D13DCBA4DC21}" destId="{065481C0-6D0B-4AC9-9F60-DECD9DAA3F77}" srcOrd="0" destOrd="0" presId="urn:microsoft.com/office/officeart/2005/8/layout/cycle3"/>
    <dgm:cxn modelId="{A62974D4-B6F5-4A0C-B619-15D2AC5C20A6}" type="presParOf" srcId="{065481C0-6D0B-4AC9-9F60-DECD9DAA3F77}" destId="{F8A6FFD0-B680-45BD-8CD0-3B5C2C1BD0CC}" srcOrd="0" destOrd="0" presId="urn:microsoft.com/office/officeart/2005/8/layout/cycle3"/>
    <dgm:cxn modelId="{2D9E6376-9971-4D64-AAC1-5B06C72D169F}" type="presParOf" srcId="{065481C0-6D0B-4AC9-9F60-DECD9DAA3F77}" destId="{6671C57E-7EB8-478A-BF49-57972445B855}" srcOrd="1" destOrd="0" presId="urn:microsoft.com/office/officeart/2005/8/layout/cycle3"/>
    <dgm:cxn modelId="{E7657868-890A-46A3-ABD2-A355B40E7F29}" type="presParOf" srcId="{065481C0-6D0B-4AC9-9F60-DECD9DAA3F77}" destId="{268FF031-C66C-4F49-869F-7F980AA3D76A}" srcOrd="2" destOrd="0" presId="urn:microsoft.com/office/officeart/2005/8/layout/cycle3"/>
    <dgm:cxn modelId="{CE05176C-A347-4658-89DF-62E904CC9542}" type="presParOf" srcId="{065481C0-6D0B-4AC9-9F60-DECD9DAA3F77}" destId="{812FAD90-2A04-4A5A-A7C5-E331600988B3}" srcOrd="3" destOrd="0" presId="urn:microsoft.com/office/officeart/2005/8/layout/cycle3"/>
    <dgm:cxn modelId="{0FEA096E-CF1B-47CD-8612-FFF6A3A274CE}" type="presParOf" srcId="{065481C0-6D0B-4AC9-9F60-DECD9DAA3F77}" destId="{C6A7E234-0DE6-4B81-B907-599AA7D99F2A}" srcOrd="4" destOrd="0" presId="urn:microsoft.com/office/officeart/2005/8/layout/cycle3"/>
    <dgm:cxn modelId="{8EA17C43-239F-4975-BD04-F55A8BB7B271}" type="presParOf" srcId="{065481C0-6D0B-4AC9-9F60-DECD9DAA3F77}" destId="{F6BBAE96-EAFB-4900-AB6A-B8BD0A007586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1C57E-7EB8-478A-BF49-57972445B855}">
      <dsp:nvSpPr>
        <dsp:cNvPr id="0" name=""/>
        <dsp:cNvSpPr/>
      </dsp:nvSpPr>
      <dsp:spPr>
        <a:xfrm>
          <a:off x="3710820" y="-22352"/>
          <a:ext cx="3298914" cy="3298914"/>
        </a:xfrm>
        <a:prstGeom prst="circularArrow">
          <a:avLst>
            <a:gd name="adj1" fmla="val 5544"/>
            <a:gd name="adj2" fmla="val 330680"/>
            <a:gd name="adj3" fmla="val 13737339"/>
            <a:gd name="adj4" fmla="val 17409492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6FFD0-B680-45BD-8CD0-3B5C2C1BD0CC}">
      <dsp:nvSpPr>
        <dsp:cNvPr id="0" name=""/>
        <dsp:cNvSpPr/>
      </dsp:nvSpPr>
      <dsp:spPr>
        <a:xfrm>
          <a:off x="4575081" y="0"/>
          <a:ext cx="1570393" cy="7851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x</a:t>
          </a:r>
          <a:endParaRPr lang="pt-BR" sz="3300" kern="1200" dirty="0"/>
        </a:p>
      </dsp:txBody>
      <dsp:txXfrm>
        <a:off x="4613411" y="38330"/>
        <a:ext cx="1493733" cy="708536"/>
      </dsp:txXfrm>
    </dsp:sp>
    <dsp:sp modelId="{268FF031-C66C-4F49-869F-7F980AA3D76A}">
      <dsp:nvSpPr>
        <dsp:cNvPr id="0" name=""/>
        <dsp:cNvSpPr/>
      </dsp:nvSpPr>
      <dsp:spPr>
        <a:xfrm>
          <a:off x="5913014" y="973042"/>
          <a:ext cx="1570393" cy="78519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y</a:t>
          </a:r>
          <a:endParaRPr lang="pt-BR" sz="3300" kern="1200" dirty="0"/>
        </a:p>
      </dsp:txBody>
      <dsp:txXfrm>
        <a:off x="5951344" y="1011372"/>
        <a:ext cx="1493733" cy="708536"/>
      </dsp:txXfrm>
    </dsp:sp>
    <dsp:sp modelId="{812FAD90-2A04-4A5A-A7C5-E331600988B3}">
      <dsp:nvSpPr>
        <dsp:cNvPr id="0" name=""/>
        <dsp:cNvSpPr/>
      </dsp:nvSpPr>
      <dsp:spPr>
        <a:xfrm>
          <a:off x="5401969" y="2545878"/>
          <a:ext cx="1570393" cy="78519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z</a:t>
          </a:r>
          <a:endParaRPr lang="pt-BR" sz="3300" kern="1200" dirty="0"/>
        </a:p>
      </dsp:txBody>
      <dsp:txXfrm>
        <a:off x="5440299" y="2584208"/>
        <a:ext cx="1493733" cy="708536"/>
      </dsp:txXfrm>
    </dsp:sp>
    <dsp:sp modelId="{C6A7E234-0DE6-4B81-B907-599AA7D99F2A}">
      <dsp:nvSpPr>
        <dsp:cNvPr id="0" name=""/>
        <dsp:cNvSpPr/>
      </dsp:nvSpPr>
      <dsp:spPr>
        <a:xfrm>
          <a:off x="3748192" y="2545878"/>
          <a:ext cx="1570393" cy="78519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w</a:t>
          </a:r>
          <a:endParaRPr lang="pt-BR" sz="3300" kern="1200" dirty="0"/>
        </a:p>
      </dsp:txBody>
      <dsp:txXfrm>
        <a:off x="3786522" y="2584208"/>
        <a:ext cx="1493733" cy="708536"/>
      </dsp:txXfrm>
    </dsp:sp>
    <dsp:sp modelId="{F6BBAE96-EAFB-4900-AB6A-B8BD0A007586}">
      <dsp:nvSpPr>
        <dsp:cNvPr id="0" name=""/>
        <dsp:cNvSpPr/>
      </dsp:nvSpPr>
      <dsp:spPr>
        <a:xfrm>
          <a:off x="3237147" y="973042"/>
          <a:ext cx="1570393" cy="78519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300" kern="1200" dirty="0" smtClean="0"/>
            <a:t>q</a:t>
          </a:r>
          <a:endParaRPr lang="pt-BR" sz="3300" kern="1200" dirty="0"/>
        </a:p>
      </dsp:txBody>
      <dsp:txXfrm>
        <a:off x="3275477" y="1011372"/>
        <a:ext cx="1493733" cy="708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9F1BE22-BD3B-4BA8-95EA-7296A8AA5B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1B770D1-9BE8-4AC6-9AD5-C0F8842DA9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DF94E-9595-4903-9DDC-FDADCBF39DEC}" type="datetimeFigureOut">
              <a:rPr lang="pt-BR" smtClean="0"/>
              <a:t>10/08/2022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564C92-A1B1-4C40-AB8E-3EF83F2633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AC9FD2-4C64-4A97-8ED4-C91CF8701F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040FA-3B2C-4E13-BFFD-C11A22D11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03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2EF54-A1F6-4E34-830B-86C7368B97CA}" type="datetimeFigureOut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4D1C2-4E59-41B0-9C33-711FA5262530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8455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32244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9234CA2-9F5E-48FA-843C-0B2031554A67}" type="datetime1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 smtClean="0"/>
              <a:t>Editar estilos de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B1F27E-7DAF-45D3-90B3-991C8DB57655}" type="datetime1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C84BDBB-7383-475F-BEA4-6DEA016CA495}" type="datetime1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 smtClean="0"/>
              <a:t>Editar estilos de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 smtClean="0"/>
              <a:t>Editar estilos de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F057F5-8FF5-4D8D-8D1D-AB2EA718C0A8}" type="datetime1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 smtClean="0"/>
              <a:t>Editar estilos de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 smtClean="0"/>
              <a:t>Editar estilos de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6DEE47-7D13-43F4-ABED-3A5080F68646}" type="datetime1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973E3D-DBBF-4A29-999A-7303C12DCD81}" type="datetime1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 smtClean="0"/>
              <a:t>Clique para editar o título mestre</a:t>
            </a:r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4E23CD-D9DA-4A76-9BB0-7BEF6E78EC36}" type="datetime1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 smtClean="0"/>
              <a:t>Editar estilos de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782A511-DCA3-4DB1-B232-6DE9BF3E093E}" type="datetime1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 smtClean="0"/>
              <a:t>Clique no ícone para adicionar uma imagem</a:t>
            </a:r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A46BD8-7B90-4F0C-B77B-34482E71BE4B}" type="datetime1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 smtClean="0"/>
              <a:t>Editar estilos de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1BE170-2D6A-4F23-959F-F3FDD7EE17C8}" type="datetime1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 smtClean="0"/>
              <a:t>Clique para editar o título mestre</a:t>
            </a:r>
            <a:endParaRPr lang="pt-BR" noProof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 smtClean="0"/>
              <a:t>Editar estilos de texto Mestre</a:t>
            </a:r>
          </a:p>
          <a:p>
            <a:pPr lvl="1" rtl="0"/>
            <a:r>
              <a:rPr lang="pt-BR" noProof="0" smtClean="0"/>
              <a:t>Segundo nível</a:t>
            </a:r>
          </a:p>
          <a:p>
            <a:pPr lvl="2" rtl="0"/>
            <a:r>
              <a:rPr lang="pt-BR" noProof="0" smtClean="0"/>
              <a:t>Terceiro nível</a:t>
            </a:r>
          </a:p>
          <a:p>
            <a:pPr lvl="3" rtl="0"/>
            <a:r>
              <a:rPr lang="pt-BR" noProof="0" smtClean="0"/>
              <a:t>Quarto nível</a:t>
            </a:r>
          </a:p>
          <a:p>
            <a:pPr lvl="4" rtl="0"/>
            <a:r>
              <a:rPr lang="pt-BR" noProof="0" smtClean="0"/>
              <a:t>Quinto nível</a:t>
            </a:r>
            <a:endParaRPr lang="pt-BR" noProof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CF2502B-DA48-44EE-974F-4401E37897C2}" type="datetime1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0D110607-227D-4A11-B3D0-0B2B6E648C32}" type="datetime1">
              <a:rPr lang="pt-BR" noProof="0" smtClean="0"/>
              <a:t>10/08/2022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pic>
        <p:nvPicPr>
          <p:cNvPr id="7" name="Imagem 6" descr="Conexões Digitai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290" y="488731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>
                <a:solidFill>
                  <a:schemeClr val="bg1"/>
                </a:solidFill>
              </a:rPr>
              <a:t>Modelo de processo de evolucionário</a:t>
            </a:r>
            <a:endParaRPr lang="pt-BR" sz="4000" dirty="0">
              <a:solidFill>
                <a:schemeClr val="bg1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 txBox="1">
            <a:spLocks/>
          </p:cNvSpPr>
          <p:nvPr/>
        </p:nvSpPr>
        <p:spPr>
          <a:xfrm>
            <a:off x="661169" y="651641"/>
            <a:ext cx="11084297" cy="199696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3200" dirty="0" smtClean="0">
                <a:solidFill>
                  <a:schemeClr val="bg1"/>
                </a:solidFill>
              </a:rPr>
              <a:t>Alunos: </a:t>
            </a:r>
          </a:p>
          <a:p>
            <a:r>
              <a:rPr lang="pt-BR" sz="3200" dirty="0" smtClean="0">
                <a:solidFill>
                  <a:schemeClr val="bg1"/>
                </a:solidFill>
              </a:rPr>
              <a:t> Michael,  </a:t>
            </a:r>
            <a:r>
              <a:rPr lang="pt-BR" sz="3200" dirty="0" err="1" smtClean="0">
                <a:solidFill>
                  <a:schemeClr val="bg1"/>
                </a:solidFill>
              </a:rPr>
              <a:t>joão</a:t>
            </a:r>
            <a:r>
              <a:rPr lang="pt-BR" sz="3200" dirty="0" smtClean="0">
                <a:solidFill>
                  <a:schemeClr val="bg1"/>
                </a:solidFill>
              </a:rPr>
              <a:t> </a:t>
            </a:r>
            <a:r>
              <a:rPr lang="pt-BR" sz="3200" dirty="0" err="1" smtClean="0">
                <a:solidFill>
                  <a:schemeClr val="bg1"/>
                </a:solidFill>
              </a:rPr>
              <a:t>Gabriel,Thiago</a:t>
            </a:r>
            <a:r>
              <a:rPr lang="pt-BR" sz="3200" dirty="0" smtClean="0">
                <a:solidFill>
                  <a:schemeClr val="bg1"/>
                </a:solidFill>
              </a:rPr>
              <a:t> augusto ,</a:t>
            </a:r>
            <a:r>
              <a:rPr lang="pt-BR" sz="3200" dirty="0" err="1" smtClean="0">
                <a:solidFill>
                  <a:schemeClr val="bg1"/>
                </a:solidFill>
              </a:rPr>
              <a:t>Eliezer,VICTOR</a:t>
            </a:r>
            <a:r>
              <a:rPr lang="pt-BR" sz="3200" dirty="0">
                <a:solidFill>
                  <a:schemeClr val="bg1"/>
                </a:solidFill>
              </a:rPr>
              <a:t> </a:t>
            </a:r>
            <a:r>
              <a:rPr lang="pt-BR" sz="3200" dirty="0" smtClean="0">
                <a:solidFill>
                  <a:schemeClr val="bg1"/>
                </a:solidFill>
              </a:rPr>
              <a:t>,ADRIAN ,FELIPE ,EDUARDO ,LUCAS ,MATEUS ,LUAN ,PEDRO         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24802" y="641131"/>
            <a:ext cx="7995249" cy="780535"/>
          </a:xfrm>
        </p:spPr>
        <p:txBody>
          <a:bodyPr>
            <a:normAutofit/>
          </a:bodyPr>
          <a:lstStyle/>
          <a:p>
            <a:r>
              <a:rPr lang="pt-BR" dirty="0" smtClean="0"/>
              <a:t>Modelo de processo evolucionário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802" y="1893823"/>
            <a:ext cx="7995252" cy="485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1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830" y="1868948"/>
            <a:ext cx="6936828" cy="4578307"/>
          </a:xfr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17771" y="525517"/>
            <a:ext cx="3622946" cy="899475"/>
          </a:xfrm>
        </p:spPr>
        <p:txBody>
          <a:bodyPr/>
          <a:lstStyle/>
          <a:p>
            <a:r>
              <a:rPr lang="pt-BR" dirty="0" smtClean="0"/>
              <a:t>Barry </a:t>
            </a:r>
            <a:r>
              <a:rPr lang="pt-BR" dirty="0" err="1" smtClean="0"/>
              <a:t>boehm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3730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611865" y="735724"/>
            <a:ext cx="4968270" cy="727984"/>
          </a:xfrm>
        </p:spPr>
        <p:txBody>
          <a:bodyPr/>
          <a:lstStyle/>
          <a:p>
            <a:r>
              <a:rPr lang="pt-BR" dirty="0" smtClean="0"/>
              <a:t>Modelo espiral  típico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828" y="1853345"/>
            <a:ext cx="7462344" cy="4904052"/>
          </a:xfrm>
        </p:spPr>
      </p:pic>
    </p:spTree>
    <p:extLst>
      <p:ext uri="{BB962C8B-B14F-4D97-AF65-F5344CB8AC3E}">
        <p14:creationId xmlns:p14="http://schemas.microsoft.com/office/powerpoint/2010/main" val="103253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60526" y="470929"/>
            <a:ext cx="6670946" cy="1013800"/>
          </a:xfrm>
        </p:spPr>
        <p:txBody>
          <a:bodyPr/>
          <a:lstStyle/>
          <a:p>
            <a:r>
              <a:rPr lang="pt-BR" dirty="0" smtClean="0"/>
              <a:t>Como funciona o modelo espiral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1191" y="2012331"/>
            <a:ext cx="11029615" cy="3678303"/>
          </a:xfrm>
        </p:spPr>
        <p:txBody>
          <a:bodyPr>
            <a:normAutofit/>
          </a:bodyPr>
          <a:lstStyle/>
          <a:p>
            <a:r>
              <a:rPr lang="pt-BR" dirty="0"/>
              <a:t>O modelo espiral é divido em um conjunto de atividade metodológicas definidas pela equipe de engenharia de software. A título de ilustração, utilizam-se as atividades metodológicas genéricas discutidas anteriormente. </a:t>
            </a:r>
            <a:endParaRPr lang="pt-BR" dirty="0" smtClean="0"/>
          </a:p>
          <a:p>
            <a:r>
              <a:rPr lang="pt-BR" dirty="0" smtClean="0"/>
              <a:t>Cada </a:t>
            </a:r>
            <a:r>
              <a:rPr lang="pt-BR" dirty="0"/>
              <a:t>uma dessas atividades representa um segmento do caminho espiral. </a:t>
            </a:r>
            <a:r>
              <a:rPr lang="pt-BR" dirty="0" smtClean="0"/>
              <a:t> Assim </a:t>
            </a:r>
            <a:r>
              <a:rPr lang="pt-BR" dirty="0"/>
              <a:t>que esse processo evolucionário começa, a equipe de software realiza atividades indicadas por um circuito em torno da espiral, no sentido horário, começando pelo seu centro. Os riscos são levados em conta </a:t>
            </a:r>
            <a:r>
              <a:rPr lang="pt-BR" dirty="0" smtClean="0"/>
              <a:t>à </a:t>
            </a:r>
            <a:r>
              <a:rPr lang="pt-BR" dirty="0"/>
              <a:t>medida que cada revolução é realizada. Marcos de pontos-Âncora- uma combinação de artefatos e condições satisfeitas ao longo do trajeto da espiral- são indicados para cada passagem evolucionaria</a:t>
            </a:r>
            <a:r>
              <a:rPr lang="pt-BR" dirty="0" smtClean="0"/>
              <a:t>.</a:t>
            </a:r>
          </a:p>
          <a:p>
            <a:r>
              <a:rPr lang="pt-BR" dirty="0" smtClean="0"/>
              <a:t>Como exemplo poderia se usar o sistema desenvolvido pela  TOTVS o Protheus, o mesmo permite que realizem alterações e modificações de telas conforme o usuário solicitar, necessitando de desenvolvedores para organizar o código e incluir novos códigos de modificações\ atualizações.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7680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63050" y="649605"/>
            <a:ext cx="3065898" cy="1013800"/>
          </a:xfrm>
        </p:spPr>
        <p:txBody>
          <a:bodyPr/>
          <a:lstStyle/>
          <a:p>
            <a:r>
              <a:rPr lang="pt-BR" dirty="0" smtClean="0"/>
              <a:t>comunicação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392007" y="1516259"/>
            <a:ext cx="10318036" cy="1948951"/>
          </a:xfrm>
        </p:spPr>
        <p:txBody>
          <a:bodyPr/>
          <a:lstStyle/>
          <a:p>
            <a:r>
              <a:rPr lang="pt-BR" b="1" dirty="0">
                <a:solidFill>
                  <a:schemeClr val="tx1"/>
                </a:solidFill>
              </a:rPr>
              <a:t>Comunicação:</a:t>
            </a:r>
            <a:r>
              <a:rPr lang="pt-BR" dirty="0">
                <a:solidFill>
                  <a:schemeClr val="tx1"/>
                </a:solidFill>
              </a:rPr>
              <a:t> como o próprio nome diz “comunicação”, ter uma verdadeira conversa com o usuário/cliente, para dizer seu  interesse no software.</a:t>
            </a:r>
          </a:p>
          <a:p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61" y="2827281"/>
            <a:ext cx="10752082" cy="390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2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05091" y="544501"/>
            <a:ext cx="2981815" cy="1013800"/>
          </a:xfrm>
        </p:spPr>
        <p:txBody>
          <a:bodyPr/>
          <a:lstStyle/>
          <a:p>
            <a:r>
              <a:rPr lang="pt-BR" dirty="0" smtClean="0"/>
              <a:t>planejamento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1189" y="1933904"/>
            <a:ext cx="11029615" cy="971489"/>
          </a:xfrm>
        </p:spPr>
        <p:txBody>
          <a:bodyPr>
            <a:normAutofit fontScale="85000" lnSpcReduction="10000"/>
          </a:bodyPr>
          <a:lstStyle/>
          <a:p>
            <a:r>
              <a:rPr lang="pt-BR" b="1" dirty="0"/>
              <a:t>Planejamento:</a:t>
            </a:r>
            <a:r>
              <a:rPr lang="pt-BR" dirty="0"/>
              <a:t> estimativa de custo do projeto, e fazer um cronograma do programa e estipular o tempo de duração, e forma a equipe</a:t>
            </a:r>
            <a:r>
              <a:rPr lang="pt-BR" dirty="0" smtClean="0"/>
              <a:t>;</a:t>
            </a:r>
          </a:p>
          <a:p>
            <a:r>
              <a:rPr lang="pt-BR" dirty="0" smtClean="0"/>
              <a:t>Montar a equipe definir os objetivos para essa fase do projeto, fazer a estimativa do custo do projeto identificando as restrições e preparando um plano de gerenciamento detalhado que inclui todos os possíveis riscos do projeto.</a:t>
            </a:r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792" y="2752642"/>
            <a:ext cx="9172410" cy="380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020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46829" y="512970"/>
            <a:ext cx="2498339" cy="1013800"/>
          </a:xfrm>
        </p:spPr>
        <p:txBody>
          <a:bodyPr/>
          <a:lstStyle/>
          <a:p>
            <a:r>
              <a:rPr lang="pt-BR" dirty="0" smtClean="0"/>
              <a:t>modelagem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569091"/>
              </p:ext>
            </p:extLst>
          </p:nvPr>
        </p:nvGraphicFramePr>
        <p:xfrm>
          <a:off x="735720" y="3111062"/>
          <a:ext cx="10720556" cy="3332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tângulo 5"/>
          <p:cNvSpPr/>
          <p:nvPr/>
        </p:nvSpPr>
        <p:spPr>
          <a:xfrm>
            <a:off x="493986" y="1949584"/>
            <a:ext cx="93962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444444"/>
                </a:solidFill>
              </a:rPr>
              <a:t>Modelagem:</a:t>
            </a:r>
            <a:r>
              <a:rPr lang="pt-BR" dirty="0">
                <a:solidFill>
                  <a:srgbClr val="444444"/>
                </a:solidFill>
              </a:rPr>
              <a:t> sendo essa a fase a qual o software criara sua “forma”;</a:t>
            </a:r>
            <a:endParaRPr lang="pt-BR" b="0" i="0" dirty="0">
              <a:solidFill>
                <a:srgbClr val="44444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39404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5960" y="639094"/>
            <a:ext cx="2740077" cy="1013800"/>
          </a:xfrm>
        </p:spPr>
        <p:txBody>
          <a:bodyPr/>
          <a:lstStyle/>
          <a:p>
            <a:r>
              <a:rPr lang="pt-BR" dirty="0" smtClean="0"/>
              <a:t>construção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879" y="3310759"/>
            <a:ext cx="3678238" cy="3305448"/>
          </a:xfrm>
        </p:spPr>
      </p:pic>
      <p:sp>
        <p:nvSpPr>
          <p:cNvPr id="5" name="Retângulo 4"/>
          <p:cNvSpPr/>
          <p:nvPr/>
        </p:nvSpPr>
        <p:spPr>
          <a:xfrm>
            <a:off x="399392" y="1926811"/>
            <a:ext cx="113721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444444"/>
                </a:solidFill>
                <a:latin typeface="inherit"/>
              </a:rPr>
              <a:t>Construção:</a:t>
            </a:r>
            <a:r>
              <a:rPr lang="pt-BR" dirty="0">
                <a:solidFill>
                  <a:srgbClr val="444444"/>
                </a:solidFill>
                <a:latin typeface="inherit"/>
              </a:rPr>
              <a:t> parte onde põem a “mão no teclado” ,seria a parte da implementação, e de teste, no caso os testes seriam interno;</a:t>
            </a:r>
            <a:endParaRPr lang="pt-BR" b="0" i="0" dirty="0">
              <a:solidFill>
                <a:srgbClr val="444444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419901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33885" y="588580"/>
            <a:ext cx="4324228" cy="833087"/>
          </a:xfrm>
        </p:spPr>
        <p:txBody>
          <a:bodyPr>
            <a:normAutofit/>
          </a:bodyPr>
          <a:lstStyle/>
          <a:p>
            <a:r>
              <a:rPr lang="pt-BR" dirty="0" smtClean="0"/>
              <a:t>Entrega / feedback</a:t>
            </a:r>
            <a:endParaRPr lang="pt-BR" dirty="0"/>
          </a:p>
        </p:txBody>
      </p:sp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378" y="2702557"/>
            <a:ext cx="8250621" cy="3818091"/>
          </a:xfrm>
        </p:spPr>
      </p:pic>
      <p:sp>
        <p:nvSpPr>
          <p:cNvPr id="7" name="Retângulo 6"/>
          <p:cNvSpPr/>
          <p:nvPr/>
        </p:nvSpPr>
        <p:spPr>
          <a:xfrm>
            <a:off x="504495" y="1970719"/>
            <a:ext cx="105523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Emprego/entrega: Maior parte de feedback com cliente, e fazendo a instalação do Software</a:t>
            </a:r>
            <a:r>
              <a:rPr lang="pt-BR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 com o feedback do cliente pode-se desenvolver um software que atenda cada vez mais as necessidades do cliente;</a:t>
            </a:r>
          </a:p>
          <a:p>
            <a:pPr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44444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21770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01505" y="777765"/>
            <a:ext cx="5188987" cy="749004"/>
          </a:xfrm>
        </p:spPr>
        <p:txBody>
          <a:bodyPr/>
          <a:lstStyle/>
          <a:p>
            <a:r>
              <a:rPr lang="pt-BR" dirty="0" smtClean="0"/>
              <a:t>Vantagens e desvantagens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581190" y="2464275"/>
            <a:ext cx="11029615" cy="3678303"/>
          </a:xfrm>
        </p:spPr>
        <p:txBody>
          <a:bodyPr>
            <a:normAutofit fontScale="25000" lnSpcReduction="20000"/>
          </a:bodyPr>
          <a:lstStyle/>
          <a:p>
            <a:r>
              <a:rPr lang="pt-BR" sz="7200" b="1" dirty="0">
                <a:solidFill>
                  <a:schemeClr val="bg2">
                    <a:lumMod val="10000"/>
                  </a:schemeClr>
                </a:solidFill>
              </a:rPr>
              <a:t>Vantagens</a:t>
            </a:r>
          </a:p>
          <a:p>
            <a:r>
              <a:rPr lang="pt-BR" sz="7200" dirty="0">
                <a:solidFill>
                  <a:schemeClr val="bg2">
                    <a:lumMod val="10000"/>
                  </a:schemeClr>
                </a:solidFill>
              </a:rPr>
              <a:t>Como o modelo exige a consideração dos riscos técnicos em todos os estágios de evolução, se for aplicado adequadamente, reduzirá os riscos antes que se tornem problemáticos;</a:t>
            </a:r>
          </a:p>
          <a:p>
            <a:r>
              <a:rPr lang="pt-BR" sz="7200" dirty="0">
                <a:solidFill>
                  <a:schemeClr val="bg2">
                    <a:lumMod val="10000"/>
                  </a:schemeClr>
                </a:solidFill>
              </a:rPr>
              <a:t>As estimativas se tornam mais realistas e o tempo de implementação é reduzido;</a:t>
            </a:r>
          </a:p>
          <a:p>
            <a:r>
              <a:rPr lang="pt-BR" sz="7200" dirty="0">
                <a:solidFill>
                  <a:schemeClr val="bg2">
                    <a:lumMod val="10000"/>
                  </a:schemeClr>
                </a:solidFill>
              </a:rPr>
              <a:t>Mais versátil para testar e lidar com mudanças;</a:t>
            </a:r>
          </a:p>
          <a:p>
            <a:r>
              <a:rPr lang="pt-BR" sz="7200" dirty="0">
                <a:solidFill>
                  <a:schemeClr val="bg2">
                    <a:lumMod val="10000"/>
                  </a:schemeClr>
                </a:solidFill>
              </a:rPr>
              <a:t>Não faz distinção entre desenvolvimento e manutenção.</a:t>
            </a:r>
          </a:p>
          <a:p>
            <a:r>
              <a:rPr lang="pt-BR" sz="7200" b="1" dirty="0">
                <a:solidFill>
                  <a:schemeClr val="bg2">
                    <a:lumMod val="10000"/>
                  </a:schemeClr>
                </a:solidFill>
              </a:rPr>
              <a:t>Desvantagens</a:t>
            </a:r>
          </a:p>
          <a:p>
            <a:r>
              <a:rPr lang="pt-BR" sz="7200" dirty="0">
                <a:solidFill>
                  <a:schemeClr val="bg2">
                    <a:lumMod val="10000"/>
                  </a:schemeClr>
                </a:solidFill>
              </a:rPr>
              <a:t>Segundo PRESSMAN (2006), pode ser difícil convencer os clientes que o processo de evolução é controlável, pois ele exige competência considerável na avaliação dos riscos e depende dessa competência para ser bem sucedido;</a:t>
            </a:r>
          </a:p>
          <a:p>
            <a:r>
              <a:rPr lang="pt-BR" sz="7200" dirty="0">
                <a:solidFill>
                  <a:schemeClr val="bg2">
                    <a:lumMod val="10000"/>
                  </a:schemeClr>
                </a:solidFill>
              </a:rPr>
              <a:t>Se um risco importante não for descoberto e gerenciado corretamente, fatalmente ocorrerão problemas;</a:t>
            </a:r>
          </a:p>
          <a:p>
            <a:r>
              <a:rPr lang="pt-BR" sz="7200" dirty="0">
                <a:solidFill>
                  <a:schemeClr val="bg2">
                    <a:lumMod val="10000"/>
                  </a:schemeClr>
                </a:solidFill>
              </a:rPr>
              <a:t>A avaliação dos riscos exige um analista com experiência;</a:t>
            </a:r>
          </a:p>
          <a:p>
            <a:r>
              <a:rPr lang="pt-BR" sz="7200" dirty="0">
                <a:solidFill>
                  <a:schemeClr val="bg2">
                    <a:lumMod val="10000"/>
                  </a:schemeClr>
                </a:solidFill>
              </a:rPr>
              <a:t>Aplica-se melhor a sistemas de grande porte;</a:t>
            </a:r>
          </a:p>
          <a:p>
            <a:r>
              <a:rPr lang="pt-BR" sz="7200" dirty="0">
                <a:solidFill>
                  <a:schemeClr val="bg2">
                    <a:lumMod val="10000"/>
                  </a:schemeClr>
                </a:solidFill>
              </a:rPr>
              <a:t>Erros na avaliação de riscos podem impactar o projeto.</a:t>
            </a:r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630814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Tecnologia (design Dividendo)</Template>
  <TotalTime>0</TotalTime>
  <Words>367</Words>
  <Application>Microsoft Office PowerPoint</Application>
  <PresentationFormat>Widescreen</PresentationFormat>
  <Paragraphs>41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Gill Sans MT</vt:lpstr>
      <vt:lpstr>inherit</vt:lpstr>
      <vt:lpstr>Wingdings 2</vt:lpstr>
      <vt:lpstr>Dividendo</vt:lpstr>
      <vt:lpstr>Modelo de processo de evolucionário</vt:lpstr>
      <vt:lpstr>Modelo de processo evolucionário</vt:lpstr>
      <vt:lpstr>Barry boehm</vt:lpstr>
      <vt:lpstr>Modelo espiral  típico</vt:lpstr>
      <vt:lpstr>Como funciona o modelo espiral</vt:lpstr>
      <vt:lpstr>comunicação</vt:lpstr>
      <vt:lpstr>planejamento</vt:lpstr>
      <vt:lpstr>modelagem</vt:lpstr>
      <vt:lpstr>construção</vt:lpstr>
      <vt:lpstr>Entrega / feedback</vt:lpstr>
      <vt:lpstr>Vantagens e desvantagens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2022-08-10T23:01:22Z</dcterms:created>
  <dcterms:modified xsi:type="dcterms:W3CDTF">2022-08-11T00:42:56Z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