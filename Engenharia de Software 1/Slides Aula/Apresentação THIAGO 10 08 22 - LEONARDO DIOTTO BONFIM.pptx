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37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00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914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97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65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02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46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00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4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99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1210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9257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606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1620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480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904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38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4F95FC-8D8E-4D50-9E03-84A3AAA8DE7E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8C91640-D809-4285-BC44-F4EDDD57A5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400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962592" y="376719"/>
            <a:ext cx="8001000" cy="2971801"/>
          </a:xfrm>
        </p:spPr>
        <p:txBody>
          <a:bodyPr>
            <a:normAutofit fontScale="90000"/>
          </a:bodyPr>
          <a:lstStyle/>
          <a:p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/>
              <a:t/>
            </a:r>
            <a:br>
              <a:rPr lang="pt-BR" sz="4000" dirty="0"/>
            </a:br>
            <a:r>
              <a:rPr lang="pt-BR" sz="4000" dirty="0" smtClean="0"/>
              <a:t/>
            </a:r>
            <a:br>
              <a:rPr lang="pt-BR" sz="4000" dirty="0" smtClean="0"/>
            </a:br>
            <a:r>
              <a:rPr lang="pt-BR" sz="4000" dirty="0"/>
              <a:t/>
            </a:r>
            <a:br>
              <a:rPr lang="pt-BR" sz="4000" dirty="0"/>
            </a:br>
            <a:r>
              <a:rPr lang="pt-BR" sz="4000" dirty="0" smtClean="0"/>
              <a:t>Definição </a:t>
            </a:r>
            <a:r>
              <a:rPr lang="pt-BR" sz="4000" dirty="0"/>
              <a:t>de uma atividade metodológica; Identificação de um conjunto de tarefas; Avaliação e aperfeiçoamento de processos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3843867"/>
            <a:ext cx="11845159" cy="3014133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ALUNOS: 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HIGOR ROBERTO           GUSTAVO PIRES 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MATHEUS AGRIPE          VITOR CAMPEZATI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JOÃO VICTOR               LUIS GUSTAVO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LUCAS DIAS                    LEONARDO DIOTTO  </a:t>
            </a:r>
          </a:p>
          <a:p>
            <a:r>
              <a:rPr lang="pt-BR" dirty="0" smtClean="0">
                <a:solidFill>
                  <a:schemeClr val="bg1"/>
                </a:solidFill>
              </a:rPr>
              <a:t>FILLIPE  CHAVES	             BRUNO PERES</a:t>
            </a:r>
          </a:p>
          <a:p>
            <a:endParaRPr lang="pt-BR" dirty="0" smtClean="0"/>
          </a:p>
          <a:p>
            <a:r>
              <a:rPr lang="pt-BR" dirty="0" smtClean="0"/>
              <a:t> 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1" y="3913527"/>
            <a:ext cx="2297430" cy="235057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9" y="376719"/>
            <a:ext cx="1726854" cy="17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3022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8884" y="441434"/>
            <a:ext cx="7041929" cy="1471448"/>
          </a:xfrm>
        </p:spPr>
        <p:txBody>
          <a:bodyPr>
            <a:normAutofit/>
          </a:bodyPr>
          <a:lstStyle/>
          <a:p>
            <a:r>
              <a:rPr lang="pt-BR" dirty="0"/>
              <a:t>Definição de uma atividade metodológica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2777" y="1912882"/>
            <a:ext cx="8554381" cy="4435365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chemeClr val="tx1"/>
                </a:solidFill>
              </a:rPr>
              <a:t>Uma </a:t>
            </a:r>
            <a:r>
              <a:rPr lang="pt-BR" dirty="0">
                <a:solidFill>
                  <a:schemeClr val="tx1"/>
                </a:solidFill>
              </a:rPr>
              <a:t>equipe de software precisa de muito mais informações antes de poder executar qualquer uma das atividades como parte do processo de software. Assim, enfrenta-se uma questão-chave: Quais ações são apropriadas para uma atividade metodológica, uma vez fornecidos a natureza do problema a ser solucionado, as características das pessoas que farão o trabalho e os envolvidos no projeto?</a:t>
            </a:r>
            <a:r>
              <a:rPr lang="pt-BR" dirty="0">
                <a:solidFill>
                  <a:schemeClr val="tx1"/>
                </a:solidFill>
              </a:rPr>
              <a:t/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Para um pequeno projeto de software solicitado por uma única pessoa (em um local distante) com requisitos simples e objetivos, a atividade de comunicação pode se resumir a pouco de um telefonema ou e-mail para o evolvido. Portanto, a única ação necessária é uma conversa telefônica, e as tarefas de trabalho que </a:t>
            </a:r>
            <a:r>
              <a:rPr lang="pt-BR" dirty="0" smtClean="0">
                <a:solidFill>
                  <a:schemeClr val="tx1"/>
                </a:solidFill>
              </a:rPr>
              <a:t>essa ação envolve são</a:t>
            </a:r>
            <a:r>
              <a:rPr lang="pt-BR" dirty="0">
                <a:solidFill>
                  <a:schemeClr val="tx1"/>
                </a:solidFill>
              </a:rPr>
              <a:t>: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,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776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36828"/>
          </a:xfrm>
        </p:spPr>
      </p:pic>
      <p:sp>
        <p:nvSpPr>
          <p:cNvPr id="5" name="CaixaDeTexto 4"/>
          <p:cNvSpPr txBox="1"/>
          <p:nvPr/>
        </p:nvSpPr>
        <p:spPr>
          <a:xfrm>
            <a:off x="430924" y="1114850"/>
            <a:ext cx="66740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• Contatar o envolvido via telefone.</a:t>
            </a:r>
            <a:r>
              <a:rPr lang="pt-BR" sz="2400" dirty="0" smtClean="0"/>
              <a:t/>
            </a:r>
            <a:br>
              <a:rPr lang="pt-BR" sz="2400" dirty="0" smtClean="0"/>
            </a:b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30924" y="2568255"/>
            <a:ext cx="7273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• Discutir os requisitos e gerar anotações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30924" y="3652328"/>
            <a:ext cx="7094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• Organizar as anotações em uma breve relação de requisitos, por escrito.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30924" y="5294578"/>
            <a:ext cx="7283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• Enviar um e-mail para o envolvido para revisão e aprovação.</a:t>
            </a:r>
          </a:p>
        </p:txBody>
      </p:sp>
    </p:spTree>
    <p:extLst>
      <p:ext uri="{BB962C8B-B14F-4D97-AF65-F5344CB8AC3E}">
        <p14:creationId xmlns:p14="http://schemas.microsoft.com/office/powerpoint/2010/main" val="186973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2170" y="536027"/>
            <a:ext cx="8534400" cy="6032939"/>
          </a:xfrm>
        </p:spPr>
        <p:txBody>
          <a:bodyPr>
            <a:normAutofit/>
          </a:bodyPr>
          <a:lstStyle/>
          <a:p>
            <a:r>
              <a:rPr lang="pt-BR" sz="2800" dirty="0" smtClean="0">
                <a:solidFill>
                  <a:schemeClr val="tx1"/>
                </a:solidFill>
              </a:rPr>
              <a:t>Se </a:t>
            </a:r>
            <a:r>
              <a:rPr lang="pt-BR" sz="2800" dirty="0">
                <a:solidFill>
                  <a:schemeClr val="tx1"/>
                </a:solidFill>
              </a:rPr>
              <a:t>o projeto fosse consideravelmente mais complexo, com muitos envolvidos, cada qual com um conjunto de requisitos diferentes, a atividade de comunicação poderia ter seis ações distintas: concepção, levantamento, elaboração, negociação, especificação e validação. Cada uma dessas ações de engenharia de software conteria muitas tarefas de trabalho e uma série de diferentes artefatos.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</a:rPr>
              <a:t/>
            </a:r>
            <a:br>
              <a:rPr lang="pt-BR" sz="2800" dirty="0">
                <a:solidFill>
                  <a:schemeClr val="tx1"/>
                </a:solidFill>
              </a:rPr>
            </a:b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4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1187669"/>
            <a:ext cx="8534400" cy="4806730"/>
          </a:xfrm>
        </p:spPr>
        <p:txBody>
          <a:bodyPr>
            <a:normAutofit/>
          </a:bodyPr>
          <a:lstStyle/>
          <a:p>
            <a:r>
              <a:rPr lang="pt-BR" sz="1800" dirty="0"/>
              <a:t>A identificação de um conjunto de tarefas baseia-se em escolher um conjunto de tarefas mais</a:t>
            </a:r>
            <a:br>
              <a:rPr lang="pt-BR" sz="1800" dirty="0"/>
            </a:br>
            <a:r>
              <a:rPr lang="pt-BR" sz="1800" dirty="0"/>
              <a:t>adequado as necessidades do projeto e as características da equipe, e para um projeto</a:t>
            </a:r>
            <a:br>
              <a:rPr lang="pt-BR" sz="1800" dirty="0"/>
            </a:br>
            <a:r>
              <a:rPr lang="pt-BR" sz="1800" dirty="0"/>
              <a:t>pequeno e relativamente simples, o conjunto de tarefas para levantamentos dos requisitos</a:t>
            </a:r>
            <a:br>
              <a:rPr lang="pt-BR" sz="1800" dirty="0"/>
            </a:br>
            <a:r>
              <a:rPr lang="pt-BR" sz="1800" dirty="0"/>
              <a:t>seria semelhante a esses</a:t>
            </a:r>
            <a:br>
              <a:rPr lang="pt-BR" sz="1800" dirty="0"/>
            </a:br>
            <a:r>
              <a:rPr lang="pt-BR" sz="1800" dirty="0"/>
              <a:t>1. Fazer uma lista dos envolvidos no projeto</a:t>
            </a:r>
            <a:br>
              <a:rPr lang="pt-BR" sz="1800" dirty="0"/>
            </a:br>
            <a:r>
              <a:rPr lang="pt-BR" sz="1800" dirty="0"/>
              <a:t>2. Fazer uma reunião informal com todos os envolvidos</a:t>
            </a:r>
            <a:br>
              <a:rPr lang="pt-BR" sz="1800" dirty="0"/>
            </a:br>
            <a:r>
              <a:rPr lang="pt-BR" sz="1800" dirty="0"/>
              <a:t>3. Solicitar a cada envolvido uma lista com características e funções necessárias</a:t>
            </a:r>
            <a:br>
              <a:rPr lang="pt-BR" sz="1800" dirty="0"/>
            </a:br>
            <a:r>
              <a:rPr lang="pt-BR" sz="1800" dirty="0"/>
              <a:t>4. Discutir dobre os requisitos e elaborar uma lista final</a:t>
            </a:r>
            <a:br>
              <a:rPr lang="pt-BR" sz="1800" dirty="0"/>
            </a:br>
            <a:r>
              <a:rPr lang="pt-BR" sz="1800" dirty="0"/>
              <a:t>5. Organizar os requisitos por grau de prioridade</a:t>
            </a:r>
            <a:br>
              <a:rPr lang="pt-BR" sz="1800" dirty="0"/>
            </a:br>
            <a:r>
              <a:rPr lang="pt-BR" sz="1800" dirty="0"/>
              <a:t>6. Destacar pontos de incerteza</a:t>
            </a:r>
            <a:br>
              <a:rPr lang="pt-BR" sz="1800" dirty="0"/>
            </a:br>
            <a:endParaRPr lang="pt-BR" sz="1800" dirty="0"/>
          </a:p>
        </p:txBody>
      </p:sp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316350" y="115614"/>
            <a:ext cx="9994298" cy="14714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dirty="0" smtClean="0">
                <a:solidFill>
                  <a:schemeClr val="tx1"/>
                </a:solidFill>
              </a:rPr>
              <a:t>  IDENTIFICAÇÃO DE UM CONJUNTO DE TAREFAS </a:t>
            </a: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79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5231524"/>
          </a:xfrm>
        </p:spPr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E para um projeto de software mais complexo, é necessário um conjunto diferente de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tarefas, algumas delas são...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1. Realizar diversas reuniões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2. Incluir cenários reais, representando o próprio usuário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3. Aprimorar cada vez mais com base no feedback dos usuários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4. Discutir sobre os métodos para validação do sistema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E sempre devemos lembrar, o objetivos de “levantamento de requisitos” variam a cada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dirty="0">
                <a:solidFill>
                  <a:schemeClr val="tx1"/>
                </a:solidFill>
              </a:rPr>
              <a:t>grau de profundidade e formalidade, sempre visando a qualidade e a agilidade</a:t>
            </a:r>
          </a:p>
        </p:txBody>
      </p:sp>
    </p:spTree>
    <p:extLst>
      <p:ext uri="{BB962C8B-B14F-4D97-AF65-F5344CB8AC3E}">
        <p14:creationId xmlns:p14="http://schemas.microsoft.com/office/powerpoint/2010/main" val="3774126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3191" y="342754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pt-BR" dirty="0"/>
              <a:t>Avaliação  e aperfeiçoamento de </a:t>
            </a:r>
            <a:r>
              <a:rPr lang="pt-BR" dirty="0" smtClean="0"/>
              <a:t>processos</a:t>
            </a:r>
            <a:r>
              <a:rPr lang="pt-BR" dirty="0"/>
              <a:t/>
            </a:r>
            <a:br>
              <a:rPr lang="pt-BR" dirty="0"/>
            </a:b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63191" y="1765738"/>
            <a:ext cx="8534400" cy="3954225"/>
          </a:xfrm>
        </p:spPr>
        <p:txBody>
          <a:bodyPr>
            <a:normAutofit/>
          </a:bodyPr>
          <a:lstStyle/>
          <a:p>
            <a:r>
              <a:rPr lang="pt-BR" sz="2400" dirty="0" smtClean="0">
                <a:solidFill>
                  <a:schemeClr val="tx1"/>
                </a:solidFill>
              </a:rPr>
              <a:t>Seria </a:t>
            </a:r>
            <a:r>
              <a:rPr lang="pt-BR" sz="2400" dirty="0">
                <a:solidFill>
                  <a:schemeClr val="tx1"/>
                </a:solidFill>
              </a:rPr>
              <a:t>o aperfeiçoamento contínuo de um software, sempre avaliando, analisando e melhorando.</a:t>
            </a:r>
            <a:r>
              <a:rPr lang="pt-BR" sz="2400" dirty="0">
                <a:solidFill>
                  <a:schemeClr val="tx1"/>
                </a:solidFill>
              </a:rPr>
              <a:t/>
            </a:r>
            <a:br>
              <a:rPr lang="pt-BR" sz="2400" dirty="0">
                <a:solidFill>
                  <a:schemeClr val="tx1"/>
                </a:solidFill>
              </a:rPr>
            </a:br>
            <a:r>
              <a:rPr lang="pt-BR" sz="2400" dirty="0">
                <a:solidFill>
                  <a:schemeClr val="tx1"/>
                </a:solidFill>
              </a:rPr>
              <a:t>Observando se o seu software está rodando corretamente conforme o seu cliente pediu. Pois a existência de um processo de software não garante </a:t>
            </a:r>
            <a:r>
              <a:rPr lang="pt-BR" sz="2400" dirty="0" smtClean="0">
                <a:solidFill>
                  <a:schemeClr val="tx1"/>
                </a:solidFill>
              </a:rPr>
              <a:t>que será </a:t>
            </a:r>
            <a:r>
              <a:rPr lang="pt-BR" sz="2400" dirty="0">
                <a:solidFill>
                  <a:schemeClr val="tx1"/>
                </a:solidFill>
              </a:rPr>
              <a:t>entregue dentro do prazo ou que atenda as necessidades específicas do cliente. Recomendável sempre procurar uma equipe de engenharia de software confiável.</a:t>
            </a:r>
            <a:r>
              <a:rPr lang="pt-BR" sz="2400" dirty="0">
                <a:solidFill>
                  <a:schemeClr val="tx1"/>
                </a:solidFill>
              </a:rPr>
              <a:t/>
            </a:r>
            <a:br>
              <a:rPr lang="pt-BR" sz="2400" dirty="0">
                <a:solidFill>
                  <a:schemeClr val="tx1"/>
                </a:solidFill>
              </a:rPr>
            </a:br>
            <a:endParaRPr lang="pt-B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32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7578" y="468294"/>
            <a:ext cx="8534400" cy="1507067"/>
          </a:xfrm>
        </p:spPr>
        <p:txBody>
          <a:bodyPr/>
          <a:lstStyle/>
          <a:p>
            <a:r>
              <a:rPr lang="pt-BR" dirty="0"/>
              <a:t>Por que se deve aprimorar os processos?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26254" y="2144111"/>
            <a:ext cx="8534400" cy="4017288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tx1"/>
                </a:solidFill>
              </a:rPr>
              <a:t>Ao fazer isto, o programador evita erros, aumenta a rentabilidade, corta custos</a:t>
            </a:r>
            <a:br>
              <a:rPr lang="pt-BR" sz="2800" dirty="0">
                <a:solidFill>
                  <a:schemeClr val="tx1"/>
                </a:solidFill>
              </a:rPr>
            </a:br>
            <a:r>
              <a:rPr lang="pt-BR" sz="2800" dirty="0">
                <a:solidFill>
                  <a:schemeClr val="tx1"/>
                </a:solidFill>
              </a:rPr>
              <a:t>e melhora a comunicação entre pessoas e setores, tendo a certeza que o produto ou serviço será entregue como pedido.</a:t>
            </a: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</a:rPr>
              <a:t/>
            </a:r>
            <a:br>
              <a:rPr lang="pt-BR" sz="2800" dirty="0">
                <a:solidFill>
                  <a:schemeClr val="tx1"/>
                </a:solidFill>
              </a:rPr>
            </a:br>
            <a:endParaRPr lang="pt-B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90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67</TotalTime>
  <Words>268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Fatia</vt:lpstr>
      <vt:lpstr>    Definição de uma atividade metodológica; Identificação de um conjunto de tarefas; Avaliação e aperfeiçoamento de processos</vt:lpstr>
      <vt:lpstr>Definição de uma atividade metodológica</vt:lpstr>
      <vt:lpstr>Apresentação do PowerPoint</vt:lpstr>
      <vt:lpstr>Apresentação do PowerPoint</vt:lpstr>
      <vt:lpstr>A identificação de um conjunto de tarefas baseia-se em escolher um conjunto de tarefas mais adequado as necessidades do projeto e as características da equipe, e para um projeto pequeno e relativamente simples, o conjunto de tarefas para levantamentos dos requisitos seria semelhante a esses 1. Fazer uma lista dos envolvidos no projeto 2. Fazer uma reunião informal com todos os envolvidos 3. Solicitar a cada envolvido uma lista com características e funções necessárias 4. Discutir dobre os requisitos e elaborar uma lista final 5. Organizar os requisitos por grau de prioridade 6. Destacar pontos de incerteza </vt:lpstr>
      <vt:lpstr>Apresentação do PowerPoint</vt:lpstr>
      <vt:lpstr>Avaliação  e aperfeiçoamento de processos  </vt:lpstr>
      <vt:lpstr>Por que se deve aprimorar os processos?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Definição de uma atividade metodológica; Identificação de um conjunto de tarefas; Avaliação e aperfeiçoamento de processos</dc:title>
  <dc:creator>Lab6-02</dc:creator>
  <cp:lastModifiedBy>Lab6-02</cp:lastModifiedBy>
  <cp:revision>7</cp:revision>
  <dcterms:created xsi:type="dcterms:W3CDTF">2022-08-10T23:08:48Z</dcterms:created>
  <dcterms:modified xsi:type="dcterms:W3CDTF">2022-08-11T00:15:59Z</dcterms:modified>
</cp:coreProperties>
</file>