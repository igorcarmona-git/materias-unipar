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73699e58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73699e58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73699e58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373699e58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73699e58e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73699e58e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73699e58e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73699e58e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73699e58e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73699e58e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73699e58e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73699e58e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https//www.treinaweb.com.br/blog/vantagens-da-prototipacao-no-desenvolvimento-de-softwar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5"/>
            <a:ext cx="9144000" cy="5143500"/>
          </a:xfrm>
          <a:prstGeom prst="rect">
            <a:avLst/>
          </a:prstGeom>
          <a:solidFill>
            <a:srgbClr val="A4C2F4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A4C2F4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PROCESSO DE PROTOTIPAÇÃO</a:t>
            </a:r>
            <a:endParaRPr>
              <a:highlight>
                <a:srgbClr val="A4C2F4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94600"/>
            <a:ext cx="8520600" cy="572700"/>
          </a:xfrm>
          <a:prstGeom prst="rect">
            <a:avLst/>
          </a:prstGeom>
          <a:solidFill>
            <a:srgbClr val="A4C2F4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  <a:highlight>
                  <a:srgbClr val="A4C2F4"/>
                </a:highlight>
              </a:rPr>
              <a:t>Prototipação</a:t>
            </a:r>
            <a:endParaRPr>
              <a:solidFill>
                <a:srgbClr val="000000"/>
              </a:solidFill>
              <a:highlight>
                <a:srgbClr val="A4C2F4"/>
              </a:highlight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rgbClr val="FFFFFF"/>
                </a:highlight>
              </a:rPr>
              <a:t>A prototipação é uma forma de visualizar a sua ideia antes mesmo de tirá-la do papel</a:t>
            </a:r>
            <a:endParaRPr sz="12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rgbClr val="FFFFFF"/>
                </a:highlight>
              </a:rPr>
              <a:t>O protótipo pode servir como uma base para derivar uma especificação do sistema com qualidade de produção. </a:t>
            </a:r>
            <a:endParaRPr sz="12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Benefícios da prototipação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 ● Melhoria na facilidade de uso do sistema; 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● Maior aproximação do sistema com as necessidades dos usuários; 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● Melhoria da qualidade do projeto; 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● Melhoria na facilidade de manutenção,  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● Redução no esforço de desenvolvimento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30350"/>
            <a:ext cx="8520600" cy="572700"/>
          </a:xfrm>
          <a:prstGeom prst="rect">
            <a:avLst/>
          </a:prstGeom>
          <a:solidFill>
            <a:srgbClr val="A4C2F4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A4C2F4"/>
                </a:highlight>
              </a:rPr>
              <a:t>Comunicação</a:t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003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É</a:t>
            </a: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 o início da prototipação é a reunião com os envolvidos para 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202124"/>
                </a:solidFill>
                <a:highlight>
                  <a:schemeClr val="lt1"/>
                </a:highlight>
              </a:rPr>
              <a:t>definir objetivos, unir propostas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1250" y="1249750"/>
            <a:ext cx="3423300" cy="31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35200" y="159850"/>
            <a:ext cx="8597100" cy="545400"/>
          </a:xfrm>
          <a:prstGeom prst="rect">
            <a:avLst/>
          </a:prstGeom>
          <a:solidFill>
            <a:srgbClr val="A4C2F4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highlight>
                  <a:srgbClr val="A4C2F4"/>
                </a:highlight>
              </a:rPr>
              <a:t>Planejamento rápido</a:t>
            </a:r>
            <a:endParaRPr sz="3200">
              <a:highlight>
                <a:srgbClr val="A4C2F4"/>
              </a:highlight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35200" y="705250"/>
            <a:ext cx="8597100" cy="44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O termo prototipagem rápida designa um conjunto de programas usados para se desenvolver softwares a partir de fontes de dados gerados por sistemas, camada a camada, de forma a constituir o projeto desejado.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br>
              <a:rPr lang="pt-BR" sz="1200">
                <a:solidFill>
                  <a:schemeClr val="dk1"/>
                </a:solidFill>
              </a:rPr>
            </a:br>
            <a:r>
              <a:rPr lang="pt-BR" sz="1200">
                <a:solidFill>
                  <a:schemeClr val="dk1"/>
                </a:solidFill>
              </a:rPr>
              <a:t>Esses métodos permitem aos projetistas criar rapidamente protótipos concretos a partir de seus projetos, ao invés de figuras bidimensionais. Eles constituem um auxílio visual excelente durante a discussão prévia do projeto com colaboradores ou clientes.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200">
                <a:solidFill>
                  <a:schemeClr val="dk1"/>
                </a:solidFill>
              </a:rPr>
            </a:br>
            <a:r>
              <a:rPr lang="pt-BR" sz="1200">
                <a:solidFill>
                  <a:schemeClr val="dk1"/>
                </a:solidFill>
              </a:rPr>
              <a:t>Um projeto rápido se concentra em uma representação dos aspectos do software que serão visíveis para os usuários (ex. o layout da interface com o usuário ou os formatos de exibição na tela). O projeto rápido leva à construção de um protótipo.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A4C2F4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A4C2F4"/>
                </a:highlight>
              </a:rPr>
              <a:t>Modelagem Rápida</a:t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A </a:t>
            </a:r>
            <a:r>
              <a:rPr b="1" lang="pt-BR" sz="1200">
                <a:solidFill>
                  <a:schemeClr val="dk1"/>
                </a:solidFill>
                <a:highlight>
                  <a:srgbClr val="FFFFFF"/>
                </a:highlight>
              </a:rPr>
              <a:t>modelagem</a:t>
            </a: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 é utilizada em </a:t>
            </a:r>
            <a:r>
              <a:rPr b="1" lang="pt-BR" sz="1200">
                <a:solidFill>
                  <a:schemeClr val="dk1"/>
                </a:solidFill>
                <a:highlight>
                  <a:srgbClr val="FFFFFF"/>
                </a:highlight>
              </a:rPr>
              <a:t>projetos</a:t>
            </a: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, auxiliando diretamente na análise do software, pois permite entendê-lo de forma clara. A diagramação do processo atual possibilita enxergar gargalos e outros problemas que antes eram difíceis de notar.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433175" y="2099925"/>
            <a:ext cx="42276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8575" y="2099925"/>
            <a:ext cx="5653724" cy="26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0" y="197475"/>
            <a:ext cx="8520600" cy="577800"/>
          </a:xfrm>
          <a:prstGeom prst="rect">
            <a:avLst/>
          </a:prstGeom>
          <a:solidFill>
            <a:srgbClr val="A4C2F4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Construção de Protótipo</a:t>
            </a:r>
            <a:endParaRPr sz="2400"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198875" y="878400"/>
            <a:ext cx="8520600" cy="4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A </a:t>
            </a: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prototipação é um processo importante no desenvolvimento de software</a:t>
            </a: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, pois, além de servir como um primeiro rascunho de um produto ou serviço, tem como objetivo amadurecer ideias e engajar pessoas no processo de criação. Esta etapa impacta diretamente na produtividade de toda a equipe e gera valor ao cliente. É nesta fase que as ideias são colocadas em prática para facilitar o entendimento de uma aplicação ou sistema.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8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Com a prototipação, os envolvidos em um projeto verificam as funcionalidades de um software de maneira simplificada e conferem se todos os recursos estão atendendo os requisitos estabelecidos. Aplicando esta técnica, a equipe de desenvolvimento, os profissionais de UX Design, os clientes e outros interessados no projeto, podem analisar como todas as funcionalidades estão distribuídas, bem como se a organização do layout está correta, se o sistema oferece uma boa experiência para o usuário, entre outros aspectos importantes.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8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Além do baixo custo, a prototipação no desenvolvimento de software tem como característica reduzir os riscos e permitir que todas as validações sejam feitas antes da implementação. De acordo com Jakob Nielsen, cientista da computação e cofundador da Nielsen Norman Group, “estima-se que seja 100 vezes mais barato fazer mudanças antes de escrever qualquer código, do que aplicá-las após a implementação”.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15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A4C2F4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A4C2F4"/>
                </a:highlight>
              </a:rPr>
              <a:t>Entrega e Feedback</a:t>
            </a:r>
            <a:endParaRPr>
              <a:highlight>
                <a:srgbClr val="A4C2F4"/>
              </a:highlight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O protótipo do software é entregue ao cliente.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O cliente avalia o produto e fornece feedback, baseado na avaliação.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Como funciona a entrega de um software?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A </a:t>
            </a:r>
            <a:r>
              <a:rPr b="1" lang="pt-BR" sz="1200">
                <a:solidFill>
                  <a:schemeClr val="dk1"/>
                </a:solidFill>
                <a:highlight>
                  <a:srgbClr val="FFFFFF"/>
                </a:highlight>
              </a:rPr>
              <a:t>entrega</a:t>
            </a: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 refere-se à implementação de </a:t>
            </a:r>
            <a:r>
              <a:rPr b="1" lang="pt-BR" sz="1200">
                <a:solidFill>
                  <a:schemeClr val="dk1"/>
                </a:solidFill>
                <a:highlight>
                  <a:srgbClr val="FFFFFF"/>
                </a:highlight>
              </a:rPr>
              <a:t>softwares</a:t>
            </a: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 de forma automatizada e sob demanda, independentemente do estágio de vida do projeto. Nessa metodologia, o produto ou o serviço </a:t>
            </a:r>
            <a:r>
              <a:rPr b="1" lang="pt-BR" sz="1200">
                <a:solidFill>
                  <a:schemeClr val="dk1"/>
                </a:solidFill>
                <a:highlight>
                  <a:srgbClr val="FFFFFF"/>
                </a:highlight>
              </a:rPr>
              <a:t>é</a:t>
            </a: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 disponibilizado em tempos muito mais curtos, com menor custo, de maneira mais objetiva, sem comprometer a qualidade.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Qual a importância do feedback para a empresa?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Dar </a:t>
            </a:r>
            <a:r>
              <a:rPr b="1" lang="pt-BR" sz="1200">
                <a:solidFill>
                  <a:schemeClr val="dk1"/>
                </a:solidFill>
                <a:highlight>
                  <a:srgbClr val="FFFFFF"/>
                </a:highlight>
              </a:rPr>
              <a:t>feedbacks</a:t>
            </a:r>
            <a:r>
              <a:rPr lang="pt-BR" sz="1200">
                <a:solidFill>
                  <a:schemeClr val="dk1"/>
                </a:solidFill>
                <a:highlight>
                  <a:srgbClr val="FFFFFF"/>
                </a:highlight>
              </a:rPr>
              <a:t> para os colaboradores é uma excelente forma de aumentar a produção da equipe. Estar em constante contato com os funcionários é fundamental para alinhar as expectativas, corrigir possíveis problemas, e traçar novas metas para o profissional, o que faz com sua produtividade esteja sempre em alta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